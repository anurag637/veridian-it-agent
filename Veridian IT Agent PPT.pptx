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ED2DD-4FF7-67EA-33D5-BF3ACE00F3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4F2962-0B55-71BA-552C-5F422ECDCB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0C108-0639-94EA-64F7-5212A5E03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2189A-F7A7-47E6-AEE0-C71F525EA69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F0562-2D8C-373C-159D-2538D0232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48110-076A-4443-2FF0-21748A669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A30A-0FB0-47DF-A2EE-EDED6E4F9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449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D7B3B-62F9-4EFD-8AC1-17961D48E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438B5-6C7D-91E0-8285-8077A318B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96357-FD9E-7DEB-F71B-C52E2DC69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2189A-F7A7-47E6-AEE0-C71F525EA69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13373-DB58-8829-B6EB-FDAB5E82D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A006B-88F9-7DCA-B758-DADA39659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A30A-0FB0-47DF-A2EE-EDED6E4F9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640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8A668-0763-6FB8-5DC4-84E352B16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C5829-4CA1-B13E-62B2-909EA9D0A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D82C8-6869-D98B-394B-FACF84B02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2189A-F7A7-47E6-AEE0-C71F525EA69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1D1E1-C0F2-7C98-1E74-B8C3938C3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3A16C-84A2-3325-260D-EC0AA8A4A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A30A-0FB0-47DF-A2EE-EDED6E4F9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805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DC03E-BA44-0B7E-D8AC-E779D2F50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78A8D-02B4-8774-6B4E-C82E2E54F2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03C36B-388F-B9EC-CF04-F6789EB5C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D7815-5F0B-8FD7-5DA3-C430B06EB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2189A-F7A7-47E6-AEE0-C71F525EA69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392BE-E031-5D48-630B-C8246FBAB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6DD1CB-16DC-E5F8-1C19-16589619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A30A-0FB0-47DF-A2EE-EDED6E4F9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74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9D888-ED11-9D0C-D1AC-5918BB798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87679-AFB6-86CC-0CB9-5C3B5DF1C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C232C3-FE73-2627-8D08-B28F0C12F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53D193-D153-9E42-F59D-DDE1B38C3C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00BEEE-A8C6-83BE-9330-15A006EBEB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7EBDE5-56A3-8647-F495-B3DE8BA85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2189A-F7A7-47E6-AEE0-C71F525EA69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0A9FFC-0A1A-6B18-D788-F8E7235A1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489F1C-B713-F64C-F7EC-EA73913E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A30A-0FB0-47DF-A2EE-EDED6E4F9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538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5E241-389B-5725-F77A-3069D6188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DF2A0-F664-CD02-C0F8-163226A4D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2189A-F7A7-47E6-AEE0-C71F525EA69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0FACEE-5184-25DA-A4B2-FD5555210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EDEEA3-62AF-0F52-4AB8-3A13DD2CD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A30A-0FB0-47DF-A2EE-EDED6E4F9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475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8BAC89-6A69-2954-29CC-E543F3FFF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2189A-F7A7-47E6-AEE0-C71F525EA69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218E95-43BE-256A-769A-7759F9A8F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BA678-B3DF-675B-5344-CDBEFDFBD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A30A-0FB0-47DF-A2EE-EDED6E4F9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010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6F4F1-2A95-B9A6-7899-4B5E70ACD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65D7A-E957-D6CB-9922-7C188F223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32C3B7-162C-CCFA-029F-8ACF3F23A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9BA39-F5C1-D3BA-E304-91343349F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2189A-F7A7-47E6-AEE0-C71F525EA69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75964D-9974-CDF0-7E16-3FA8CEF07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0EB760-AECE-3A4F-349D-DB6CF31E1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A30A-0FB0-47DF-A2EE-EDED6E4F9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81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04F0C-1221-4E6C-8CC6-8CCA8FE2F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D27AA0-0516-008E-CC6B-41FF155CA0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51CA86-85A4-F7EC-F4E3-DE579F082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195E5-02FC-FAB9-A443-2C353BC69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2189A-F7A7-47E6-AEE0-C71F525EA69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5AA07-FC7B-58D3-9902-D1D9EF2C5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CF7F3-3C53-0CF5-A2D4-6C7687E66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A30A-0FB0-47DF-A2EE-EDED6E4F9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5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77BD9-328F-0C8B-0985-8B022DDBC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5AB923-4CA5-3962-7B4E-169C68E0F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D3E69-30D0-C226-F9C7-914898F48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2189A-F7A7-47E6-AEE0-C71F525EA69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72FC2-AF3A-764A-1560-2DD102C9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97799-5878-2238-B7FF-7BA5195C6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A30A-0FB0-47DF-A2EE-EDED6E4F9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697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175209-9C76-AFF4-43E8-785ADE9BD1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B20E5A-BD01-5A93-510B-D56685472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D339-A7B0-9170-8083-81E8ACC94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2189A-F7A7-47E6-AEE0-C71F525EA69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57D6B-34DF-9B45-5372-9B84E72AE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F8107-74F7-4A1B-4464-DFA274623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A30A-0FB0-47DF-A2EE-EDED6E4F9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07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E31C5C-62EE-CC6D-9657-C10C7BCDD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B8B2B-86ED-ED53-D113-4730C0E50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A8843-42F3-43F9-493A-FCD332E625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D2189A-F7A7-47E6-AEE0-C71F525EA69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B085E-EB02-528E-2681-333326D723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8F8FB-9220-90A9-BAF2-BCA937956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55A30A-0FB0-47DF-A2EE-EDED6E4F9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598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urag637/Veridian-IT-Agent" TargetMode="External"/><Relationship Id="rId2" Type="http://schemas.openxmlformats.org/officeDocument/2006/relationships/hyperlink" Target="https://veridian-it-agent-pi.vercel.app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rive.google.com/drive/folders/1qb4UJKWP9ib62_e0wdHcvLUfSJRj7Tvb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A6BE4-1C90-A3DC-485A-005453CFC0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57043"/>
          </a:xfrm>
        </p:spPr>
        <p:txBody>
          <a:bodyPr/>
          <a:lstStyle/>
          <a:p>
            <a:r>
              <a:rPr lang="en-IN" dirty="0"/>
              <a:t>Veridian IT Agent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97400-3FF9-C0A4-6DB7-306BDDBEA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76881"/>
            <a:ext cx="9144000" cy="3246938"/>
          </a:xfrm>
        </p:spPr>
        <p:txBody>
          <a:bodyPr>
            <a:normAutofit/>
          </a:bodyPr>
          <a:lstStyle/>
          <a:p>
            <a:r>
              <a:rPr lang="en-IN" b="1" dirty="0"/>
              <a:t>Policy-Aware Internal IT Support Agent</a:t>
            </a:r>
            <a:endParaRPr lang="en-IN" dirty="0"/>
          </a:p>
          <a:p>
            <a:br>
              <a:rPr lang="en-IN" dirty="0"/>
            </a:br>
            <a:r>
              <a:rPr lang="en-IN" b="1" dirty="0"/>
              <a:t>Assignment 2: Internal Service Agent (IT Support)</a:t>
            </a:r>
            <a:endParaRPr lang="en-IN" dirty="0"/>
          </a:p>
          <a:p>
            <a:r>
              <a:rPr lang="en-IN" b="1" dirty="0"/>
              <a:t>Presented by:</a:t>
            </a:r>
            <a:r>
              <a:rPr lang="en-IN" dirty="0"/>
              <a:t> Anurag Pandey</a:t>
            </a:r>
          </a:p>
          <a:p>
            <a:br>
              <a:rPr lang="en-IN" dirty="0"/>
            </a:br>
            <a:r>
              <a:rPr lang="en-IN" dirty="0"/>
              <a:t>AI Agent • RAG • Policy Reasoning • Controlled Tools • Audit Trail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6058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731A-E3DF-2EAC-580D-52134734A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41863-99FD-F4B2-7C47-38B087907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The Problem</a:t>
            </a:r>
          </a:p>
          <a:p>
            <a:pPr lvl="0"/>
            <a:r>
              <a:rPr lang="en-IN" dirty="0"/>
              <a:t>Employees submit IT requests in natural language. </a:t>
            </a:r>
          </a:p>
          <a:p>
            <a:pPr lvl="0"/>
            <a:r>
              <a:rPr lang="en-IN" dirty="0"/>
              <a:t>Different requests require different company policies and approval processes. </a:t>
            </a:r>
          </a:p>
          <a:p>
            <a:pPr lvl="0"/>
            <a:r>
              <a:rPr lang="en-IN" dirty="0"/>
              <a:t>Some requests can be resolved automatically. </a:t>
            </a:r>
          </a:p>
          <a:p>
            <a:pPr lvl="0"/>
            <a:r>
              <a:rPr lang="en-IN" dirty="0"/>
              <a:t>Some requests require additional information before a decision can be made. </a:t>
            </a:r>
          </a:p>
          <a:p>
            <a:pPr lvl="0"/>
            <a:r>
              <a:rPr lang="en-IN" dirty="0"/>
              <a:t>Sensitive requests, such as phishing incidents, must be escalated safely. </a:t>
            </a:r>
          </a:p>
          <a:p>
            <a:pPr lvl="0"/>
            <a:r>
              <a:rPr lang="en-IN" dirty="0"/>
              <a:t>Traditional support workflows can create unnecessary back-and-forth. </a:t>
            </a:r>
          </a:p>
          <a:p>
            <a:r>
              <a:rPr lang="en-IN" b="1" dirty="0"/>
              <a:t>Goal</a:t>
            </a:r>
          </a:p>
          <a:p>
            <a:r>
              <a:rPr lang="en-IN" dirty="0"/>
              <a:t>Build an AI agent that can:</a:t>
            </a:r>
          </a:p>
          <a:p>
            <a:r>
              <a:rPr lang="en-IN" b="1" dirty="0"/>
              <a:t>Understand → Retrieve Policy → Reason → Decide → Act/Escalate → Audit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6973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0C0AC-2619-07AF-C70B-8E7DE8E8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119360" cy="681037"/>
          </a:xfrm>
        </p:spPr>
        <p:txBody>
          <a:bodyPr>
            <a:normAutofit fontScale="90000"/>
          </a:bodyPr>
          <a:lstStyle/>
          <a:p>
            <a:r>
              <a:rPr lang="en-IN" dirty="0"/>
              <a:t>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8F7E7-BB41-128B-E489-4C102C7FE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5040"/>
            <a:ext cx="10515600" cy="560832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Veridian IT Agent</a:t>
            </a:r>
          </a:p>
          <a:p>
            <a:r>
              <a:rPr lang="en-IN" dirty="0"/>
              <a:t>A policy-aware AI agent that handles internal IT support requests using the supplied company knowledge base.</a:t>
            </a:r>
          </a:p>
          <a:p>
            <a:pPr marL="0" indent="0">
              <a:buNone/>
            </a:pPr>
            <a:r>
              <a:rPr lang="en-IN" b="1" dirty="0"/>
              <a:t>Key Capabilities</a:t>
            </a:r>
          </a:p>
          <a:p>
            <a:pPr lvl="0"/>
            <a:r>
              <a:rPr lang="en-IN" dirty="0"/>
              <a:t>Understand employee requests </a:t>
            </a:r>
          </a:p>
          <a:p>
            <a:pPr lvl="0"/>
            <a:r>
              <a:rPr lang="en-IN" dirty="0"/>
              <a:t>Retrieve relevant IT policies </a:t>
            </a:r>
          </a:p>
          <a:p>
            <a:pPr lvl="0"/>
            <a:r>
              <a:rPr lang="en-IN" dirty="0"/>
              <a:t>Reason over request + policy </a:t>
            </a:r>
          </a:p>
          <a:p>
            <a:pPr lvl="0"/>
            <a:r>
              <a:rPr lang="en-IN" dirty="0"/>
              <a:t>Ask follow-up questions </a:t>
            </a:r>
          </a:p>
          <a:p>
            <a:pPr lvl="0"/>
            <a:r>
              <a:rPr lang="en-IN" dirty="0"/>
              <a:t>Resolve supported requests </a:t>
            </a:r>
          </a:p>
          <a:p>
            <a:pPr lvl="0"/>
            <a:r>
              <a:rPr lang="en-IN" dirty="0"/>
              <a:t>Create structured tickets </a:t>
            </a:r>
          </a:p>
          <a:p>
            <a:pPr lvl="0"/>
            <a:r>
              <a:rPr lang="en-IN" dirty="0"/>
              <a:t>Escalate risky or restricted requests </a:t>
            </a:r>
          </a:p>
          <a:p>
            <a:pPr lvl="0"/>
            <a:r>
              <a:rPr lang="en-IN" dirty="0"/>
              <a:t>Display policy/source evidence </a:t>
            </a:r>
          </a:p>
          <a:p>
            <a:pPr lvl="0"/>
            <a:r>
              <a:rPr lang="en-IN" dirty="0"/>
              <a:t>Maintain an audit trail </a:t>
            </a:r>
          </a:p>
          <a:p>
            <a:pPr marL="0" indent="0">
              <a:buNone/>
            </a:pPr>
            <a:r>
              <a:rPr lang="en-IN" b="1" dirty="0"/>
              <a:t>Four possible outcomes</a:t>
            </a:r>
          </a:p>
          <a:p>
            <a:r>
              <a:rPr lang="en-IN" b="1" dirty="0"/>
              <a:t>RESOLVE | ASK FOLLOW-UP | CREATE TICKET | ESCALATE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2077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A678B-EBA5-4C09-2671-E2A7D525A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681038"/>
          </a:xfrm>
        </p:spPr>
        <p:txBody>
          <a:bodyPr>
            <a:normAutofit fontScale="90000"/>
          </a:bodyPr>
          <a:lstStyle/>
          <a:p>
            <a:r>
              <a:rPr lang="en-IN" dirty="0"/>
              <a:t>System Architecture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6E4E1A0-E5E2-D0B4-EBCA-34A39BC369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346" y="162560"/>
            <a:ext cx="6592014" cy="66954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BD2F08-DFA6-3B8A-935C-834C6FADA9D7}"/>
              </a:ext>
            </a:extLst>
          </p:cNvPr>
          <p:cNvSpPr txBox="1"/>
          <p:nvPr/>
        </p:nvSpPr>
        <p:spPr>
          <a:xfrm>
            <a:off x="497840" y="2042160"/>
            <a:ext cx="36677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Technology Stack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Frontend: React + Vite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Backend: </a:t>
            </a:r>
            <a:r>
              <a:rPr lang="en-IN" dirty="0" err="1"/>
              <a:t>FastAPI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AI: LLM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Knowledge: IT Policy KB / RAG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Database: SQLite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Deployment: </a:t>
            </a:r>
            <a:r>
              <a:rPr lang="en-IN" dirty="0" err="1"/>
              <a:t>Vercel</a:t>
            </a:r>
            <a:r>
              <a:rPr lang="en-IN" dirty="0"/>
              <a:t> + backend deployment</a:t>
            </a:r>
          </a:p>
        </p:txBody>
      </p:sp>
    </p:spTree>
    <p:extLst>
      <p:ext uri="{BB962C8B-B14F-4D97-AF65-F5344CB8AC3E}">
        <p14:creationId xmlns:p14="http://schemas.microsoft.com/office/powerpoint/2010/main" val="2100010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41EE4-FE78-CA93-9F9B-39EE875B2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40" y="162561"/>
            <a:ext cx="11160760" cy="629920"/>
          </a:xfrm>
        </p:spPr>
        <p:txBody>
          <a:bodyPr>
            <a:normAutofit fontScale="90000"/>
          </a:bodyPr>
          <a:lstStyle/>
          <a:p>
            <a:r>
              <a:rPr lang="en-IN" dirty="0"/>
              <a:t>Agentic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0B4E1-199B-4F69-1DEC-572A2B21C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180" y="914400"/>
            <a:ext cx="3964940" cy="530320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1. Employee Request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2. Understand Intent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3. Retrieve Relevant Policy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4. Evaluate Request Against Policy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5. Make Decision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6. Validate Action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7. Execute Controlled Tool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8. Generate Response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9. Record Audit Event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EC3970-6C3C-14C5-556D-FD45897047C8}"/>
              </a:ext>
            </a:extLst>
          </p:cNvPr>
          <p:cNvSpPr txBox="1"/>
          <p:nvPr/>
        </p:nvSpPr>
        <p:spPr>
          <a:xfrm>
            <a:off x="4754880" y="792481"/>
            <a:ext cx="675894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Every employee interaction follows 5 strictly audited stages:</a:t>
            </a:r>
          </a:p>
          <a:p>
            <a:endParaRPr lang="en-IN" dirty="0"/>
          </a:p>
          <a:p>
            <a:pPr lvl="0"/>
            <a:r>
              <a:rPr lang="en-IN" b="1" dirty="0"/>
              <a:t>INGESTION / REQUEST_RECEIVED</a:t>
            </a:r>
            <a:r>
              <a:rPr lang="en-IN" dirty="0"/>
              <a:t>: Ingests the query, extracts entities (failed attempts, device age, remote work days).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RETRIEVAL / POLICY_RETRIEVED</a:t>
            </a:r>
            <a:r>
              <a:rPr lang="en-IN" dirty="0"/>
              <a:t>: Performs multi-signal retrieval over local SQLite policy records.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REASONING / DECISION_MADE</a:t>
            </a:r>
            <a:r>
              <a:rPr lang="en-IN" dirty="0"/>
              <a:t>: Evaluates request against retrieved policy constraints and historical ticket precedents (TK-1042..TK-1051). Categorizes into RESOLVE, ASK_FOLLOWUP, CREATE_TICKET, or ESCALATE.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EXECUTION / ACTION_EXECUTED</a:t>
            </a:r>
            <a:r>
              <a:rPr lang="en-IN" dirty="0"/>
              <a:t>: Invokes the whitelisted controlled tool if preconditions are met.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COMPLETION / RESPONSE_GENERATED</a:t>
            </a:r>
            <a:r>
              <a:rPr lang="en-IN" dirty="0"/>
              <a:t>: Assembles the policy-grounded employee response with source citation and timestamped audit record.</a:t>
            </a:r>
          </a:p>
          <a:p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9271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CA49B-1C51-B5F1-876E-870BE0302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 &amp; Policy Grounding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0864A-B2E6-88BA-6BD0-F7C998B93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54600" cy="4351338"/>
          </a:xfrm>
        </p:spPr>
        <p:txBody>
          <a:bodyPr>
            <a:normAutofit lnSpcReduction="10000"/>
          </a:bodyPr>
          <a:lstStyle/>
          <a:p>
            <a:r>
              <a:rPr lang="en-IN" dirty="0"/>
              <a:t>Employee Request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Relevant Policy Retrieval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Policy + Request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Agent Decision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Source Evidence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911597-579A-9967-4DC2-B7F6EDFF8F29}"/>
              </a:ext>
            </a:extLst>
          </p:cNvPr>
          <p:cNvSpPr txBox="1"/>
          <p:nvPr/>
        </p:nvSpPr>
        <p:spPr>
          <a:xfrm>
            <a:off x="6908800" y="1991360"/>
            <a:ext cx="457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Principle</a:t>
            </a:r>
          </a:p>
          <a:p>
            <a:r>
              <a:rPr lang="en-IN" b="1" dirty="0"/>
              <a:t>The agent should not invent policies or information that are not present in the supplied knowledge base.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405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7B25E-9A5F-1C44-9730-EB7BC1177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365125"/>
            <a:ext cx="11008360" cy="1325563"/>
          </a:xfrm>
        </p:spPr>
        <p:txBody>
          <a:bodyPr/>
          <a:lstStyle/>
          <a:p>
            <a:r>
              <a:rPr lang="en-IN" dirty="0"/>
              <a:t>Guardrails &amp; Controlled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E0DD0-66E1-6838-DDAB-5EE79F25A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615440"/>
            <a:ext cx="3881120" cy="4561523"/>
          </a:xfrm>
        </p:spPr>
        <p:txBody>
          <a:bodyPr/>
          <a:lstStyle/>
          <a:p>
            <a:r>
              <a:rPr lang="en-US" dirty="0" err="1"/>
              <a:t>get_request_context</a:t>
            </a:r>
            <a:r>
              <a:rPr lang="en-US" dirty="0"/>
              <a:t>()</a:t>
            </a:r>
          </a:p>
          <a:p>
            <a:r>
              <a:rPr lang="en-US" dirty="0" err="1"/>
              <a:t>retrieve_policy</a:t>
            </a:r>
            <a:r>
              <a:rPr lang="en-US" dirty="0"/>
              <a:t>()</a:t>
            </a:r>
          </a:p>
          <a:p>
            <a:r>
              <a:rPr lang="en-US" dirty="0" err="1"/>
              <a:t>reset_password</a:t>
            </a:r>
            <a:r>
              <a:rPr lang="en-US" dirty="0"/>
              <a:t>()</a:t>
            </a:r>
          </a:p>
          <a:p>
            <a:r>
              <a:rPr lang="en-US" dirty="0" err="1"/>
              <a:t>create_ticket</a:t>
            </a:r>
            <a:r>
              <a:rPr lang="en-US" dirty="0"/>
              <a:t>()</a:t>
            </a:r>
          </a:p>
          <a:p>
            <a:r>
              <a:rPr lang="en-US" dirty="0" err="1"/>
              <a:t>escalate_ticket</a:t>
            </a:r>
            <a:r>
              <a:rPr lang="en-US" dirty="0"/>
              <a:t>()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8D1238-9418-1771-2FB7-88F642C7E58D}"/>
              </a:ext>
            </a:extLst>
          </p:cNvPr>
          <p:cNvSpPr txBox="1"/>
          <p:nvPr/>
        </p:nvSpPr>
        <p:spPr>
          <a:xfrm>
            <a:off x="4267200" y="1615440"/>
            <a:ext cx="4114800" cy="3768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Safety Controls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Backend validates tool actions.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No arbitrary SQL execution.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No arbitrary shell commands.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No arbitrary network requests.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No fabricated policies.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Unsupported requests trigger clarification or escalation.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Security incidents follow the dedicated security policy.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Failed actions are not reported as successful.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B7FB46-8969-1BDA-B5D7-6EEA62A0DCB0}"/>
              </a:ext>
            </a:extLst>
          </p:cNvPr>
          <p:cNvSpPr txBox="1"/>
          <p:nvPr/>
        </p:nvSpPr>
        <p:spPr>
          <a:xfrm>
            <a:off x="8869680" y="1798320"/>
            <a:ext cx="29768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Request Received</a:t>
            </a:r>
          </a:p>
          <a:p>
            <a:r>
              <a:rPr lang="en-US" dirty="0"/>
              <a:t>       ↓</a:t>
            </a:r>
          </a:p>
          <a:p>
            <a:r>
              <a:rPr lang="en-US" dirty="0"/>
              <a:t>Policy Retrieved</a:t>
            </a:r>
          </a:p>
          <a:p>
            <a:r>
              <a:rPr lang="en-US" dirty="0"/>
              <a:t>       ↓</a:t>
            </a:r>
          </a:p>
          <a:p>
            <a:r>
              <a:rPr lang="en-US" dirty="0"/>
              <a:t>Decision Made</a:t>
            </a:r>
          </a:p>
          <a:p>
            <a:r>
              <a:rPr lang="en-US" dirty="0"/>
              <a:t>       ↓</a:t>
            </a:r>
          </a:p>
          <a:p>
            <a:r>
              <a:rPr lang="en-US" dirty="0"/>
              <a:t>Action / Escalation</a:t>
            </a:r>
          </a:p>
          <a:p>
            <a:r>
              <a:rPr lang="en-US" dirty="0"/>
              <a:t>       ↓</a:t>
            </a:r>
          </a:p>
          <a:p>
            <a:r>
              <a:rPr lang="en-US" dirty="0"/>
              <a:t>Response Generated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027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21E6A-2808-23E2-6EDC-360BFDF3E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Live Demo Scenarios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B9EB17-D3A9-A6B8-5F40-708CB8AD76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7839" y="1544638"/>
            <a:ext cx="9416322" cy="463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302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A4F68-D7D1-4407-2DF8-4F3140208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Reliability, Testing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AA3C3-EA73-0916-3D2B-CEA6EE077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60" y="1554480"/>
            <a:ext cx="4978400" cy="462248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Testing</a:t>
            </a:r>
          </a:p>
          <a:p>
            <a:r>
              <a:rPr lang="en-IN" dirty="0"/>
              <a:t>The application tests important agent </a:t>
            </a:r>
            <a:r>
              <a:rPr lang="en-IN" dirty="0" err="1"/>
              <a:t>behaviors</a:t>
            </a:r>
            <a:r>
              <a:rPr lang="en-IN" dirty="0"/>
              <a:t> including:</a:t>
            </a:r>
          </a:p>
          <a:p>
            <a:pPr lvl="0"/>
            <a:r>
              <a:rPr lang="en-IN" dirty="0"/>
              <a:t>Password lockout </a:t>
            </a:r>
          </a:p>
          <a:p>
            <a:pPr lvl="0"/>
            <a:r>
              <a:rPr lang="en-IN" dirty="0"/>
              <a:t>Contractor VPN </a:t>
            </a:r>
          </a:p>
          <a:p>
            <a:pPr lvl="0"/>
            <a:r>
              <a:rPr lang="en-IN" dirty="0"/>
              <a:t>Non-</a:t>
            </a:r>
            <a:r>
              <a:rPr lang="en-IN" dirty="0" err="1"/>
              <a:t>catalog</a:t>
            </a:r>
            <a:r>
              <a:rPr lang="en-IN" dirty="0"/>
              <a:t> software </a:t>
            </a:r>
          </a:p>
          <a:p>
            <a:pPr lvl="0"/>
            <a:r>
              <a:rPr lang="en-IN" dirty="0"/>
              <a:t>Phishing escalation </a:t>
            </a:r>
          </a:p>
          <a:p>
            <a:pPr lvl="0"/>
            <a:r>
              <a:rPr lang="en-IN" dirty="0"/>
              <a:t>Ambiguous requests </a:t>
            </a:r>
          </a:p>
          <a:p>
            <a:pPr lvl="0"/>
            <a:r>
              <a:rPr lang="en-IN" dirty="0"/>
              <a:t>Policy grounding </a:t>
            </a:r>
          </a:p>
          <a:p>
            <a:pPr lvl="0"/>
            <a:r>
              <a:rPr lang="en-IN" dirty="0"/>
              <a:t>Tool validation </a:t>
            </a:r>
          </a:p>
          <a:p>
            <a:pPr lvl="0"/>
            <a:r>
              <a:rPr lang="en-IN" dirty="0"/>
              <a:t>Ticket creation </a:t>
            </a:r>
          </a:p>
          <a:p>
            <a:pPr lvl="0"/>
            <a:r>
              <a:rPr lang="en-IN" dirty="0"/>
              <a:t>Audit logging 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44141C-CC57-26F9-9C79-EB0A813DEB69}"/>
              </a:ext>
            </a:extLst>
          </p:cNvPr>
          <p:cNvSpPr txBox="1"/>
          <p:nvPr/>
        </p:nvSpPr>
        <p:spPr>
          <a:xfrm>
            <a:off x="5974080" y="1819007"/>
            <a:ext cx="57404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Reliability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Policy-grounded responses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Structured agent decisions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Controlled tool execution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Source evidence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Audit events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Error handling </a:t>
            </a:r>
          </a:p>
          <a:p>
            <a:r>
              <a:rPr lang="en-IN" sz="2000" b="1" dirty="0"/>
              <a:t>Current Prototype Limitations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Demo environment rather than a production ITSM system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Simulated enterprise integrations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Limited employee identity/authentication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SQLite-based persistence</a:t>
            </a:r>
          </a:p>
        </p:txBody>
      </p:sp>
    </p:spTree>
    <p:extLst>
      <p:ext uri="{BB962C8B-B14F-4D97-AF65-F5344CB8AC3E}">
        <p14:creationId xmlns:p14="http://schemas.microsoft.com/office/powerpoint/2010/main" val="1184802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30387-15FB-1FEF-30D1-021B5A2B4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20" y="213361"/>
            <a:ext cx="10673080" cy="589279"/>
          </a:xfrm>
        </p:spPr>
        <p:txBody>
          <a:bodyPr>
            <a:normAutofit fontScale="90000"/>
          </a:bodyPr>
          <a:lstStyle/>
          <a:p>
            <a:r>
              <a:rPr lang="en-IN" dirty="0"/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12B6D-4352-5FA7-F296-CFD84E8B0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802640"/>
            <a:ext cx="10591800" cy="584199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A policy-aware agent that can understand, retrieve, reason, act, escalate and audit internal IT requests.</a:t>
            </a:r>
          </a:p>
          <a:p>
            <a:pPr marL="0" indent="0">
              <a:buNone/>
            </a:pPr>
            <a:br>
              <a:rPr lang="en-IN" b="1" dirty="0"/>
            </a:br>
            <a:r>
              <a:rPr lang="en-IN" b="1" dirty="0"/>
              <a:t>Future Scope</a:t>
            </a:r>
          </a:p>
          <a:p>
            <a:pPr lvl="0"/>
            <a:r>
              <a:rPr lang="en-IN" dirty="0"/>
              <a:t>ServiceNow/Jira integration </a:t>
            </a:r>
          </a:p>
          <a:p>
            <a:pPr lvl="0"/>
            <a:r>
              <a:rPr lang="en-IN" dirty="0"/>
              <a:t>Enterprise SSO </a:t>
            </a:r>
          </a:p>
          <a:p>
            <a:pPr lvl="0"/>
            <a:r>
              <a:rPr lang="en-IN" dirty="0"/>
              <a:t>Role-based access control </a:t>
            </a:r>
          </a:p>
          <a:p>
            <a:pPr lvl="0"/>
            <a:r>
              <a:rPr lang="en-IN" dirty="0"/>
              <a:t>Production vector database </a:t>
            </a:r>
          </a:p>
          <a:p>
            <a:pPr lvl="0"/>
            <a:r>
              <a:rPr lang="en-IN" dirty="0"/>
              <a:t>Agent evaluation and monitoring </a:t>
            </a:r>
          </a:p>
          <a:p>
            <a:pPr lvl="0"/>
            <a:r>
              <a:rPr lang="en-IN" dirty="0"/>
              <a:t>Human approval workflows </a:t>
            </a:r>
          </a:p>
          <a:p>
            <a:pPr lvl="0"/>
            <a:r>
              <a:rPr lang="en-IN" dirty="0"/>
              <a:t>More enterprise IT automation 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Links</a:t>
            </a:r>
          </a:p>
          <a:p>
            <a:pPr marL="0" indent="0">
              <a:buNone/>
            </a:pPr>
            <a:r>
              <a:rPr lang="en-IN" sz="2000" b="1" dirty="0"/>
              <a:t>	Live Demo:  </a:t>
            </a:r>
            <a:r>
              <a:rPr lang="en-IN" sz="2000" b="1" dirty="0">
                <a:hlinkClick r:id="rId2"/>
              </a:rPr>
              <a:t>https://veridian-it-agent-pi.vercel.app/</a:t>
            </a:r>
            <a:endParaRPr lang="en-IN" sz="2000" b="1" dirty="0"/>
          </a:p>
          <a:p>
            <a:pPr marL="0" indent="0">
              <a:buNone/>
            </a:pPr>
            <a:r>
              <a:rPr lang="en-IN" sz="2000" dirty="0"/>
              <a:t>	</a:t>
            </a:r>
            <a:br>
              <a:rPr lang="en-IN" sz="2000" dirty="0"/>
            </a:br>
            <a:r>
              <a:rPr lang="en-IN" sz="2000" dirty="0"/>
              <a:t>	</a:t>
            </a:r>
            <a:r>
              <a:rPr lang="en-IN" sz="2000" b="1" dirty="0"/>
              <a:t>GitHub: </a:t>
            </a:r>
            <a:r>
              <a:rPr lang="en-IN" sz="2000" b="1" dirty="0">
                <a:hlinkClick r:id="rId3"/>
              </a:rPr>
              <a:t>https://github.com/Anurag637/Veridian-IT-Agent</a:t>
            </a:r>
            <a:br>
              <a:rPr lang="en-IN" sz="2000" b="1" dirty="0"/>
            </a:br>
            <a:r>
              <a:rPr lang="en-IN" sz="2000" b="1" dirty="0"/>
              <a:t>	</a:t>
            </a:r>
            <a:br>
              <a:rPr lang="en-IN" sz="2000" b="1" dirty="0"/>
            </a:br>
            <a:r>
              <a:rPr lang="en-IN" sz="2000" b="1" dirty="0"/>
              <a:t>	Video Link: </a:t>
            </a:r>
            <a:r>
              <a:rPr lang="en-IN" sz="2000" b="1" dirty="0">
                <a:hlinkClick r:id="rId4"/>
              </a:rPr>
              <a:t>Drive Video Link </a:t>
            </a:r>
            <a:br>
              <a:rPr lang="en-IN" sz="2000" dirty="0"/>
            </a:br>
            <a:endParaRPr lang="en-IN" sz="2000" dirty="0"/>
          </a:p>
          <a:p>
            <a:pPr marL="0" indent="0">
              <a:buNone/>
            </a:pPr>
            <a:r>
              <a:rPr lang="en-IN" sz="2300" b="1" dirty="0"/>
              <a:t>             “From IT request to policy-grounded resolution — with controlled AI actions and complete traceability.”</a:t>
            </a:r>
            <a:endParaRPr lang="en-IN" sz="23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2859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716</Words>
  <Application>Microsoft Office PowerPoint</Application>
  <PresentationFormat>Widescreen</PresentationFormat>
  <Paragraphs>145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Veridian IT Agent</vt:lpstr>
      <vt:lpstr>Business Problem</vt:lpstr>
      <vt:lpstr>Our Solution</vt:lpstr>
      <vt:lpstr>System Architecture</vt:lpstr>
      <vt:lpstr>Agentic Workflow</vt:lpstr>
      <vt:lpstr>RAG &amp; Policy Grounding</vt:lpstr>
      <vt:lpstr>Guardrails &amp; Controlled Tools</vt:lpstr>
      <vt:lpstr>Live Demo Scenarios</vt:lpstr>
      <vt:lpstr>Reliability, Testing &amp; Limitations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 Pandey</dc:creator>
  <cp:lastModifiedBy>Shiva Pandey</cp:lastModifiedBy>
  <cp:revision>2</cp:revision>
  <dcterms:created xsi:type="dcterms:W3CDTF">2026-09-20T11:54:52Z</dcterms:created>
  <dcterms:modified xsi:type="dcterms:W3CDTF">2026-09-20T14:53:22Z</dcterms:modified>
</cp:coreProperties>
</file>